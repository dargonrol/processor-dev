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30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17" userDrawn="1">
          <p15:clr>
            <a:srgbClr val="A4A3A4"/>
          </p15:clr>
        </p15:guide>
        <p15:guide id="2" pos="824" userDrawn="1">
          <p15:clr>
            <a:srgbClr val="A4A3A4"/>
          </p15:clr>
        </p15:guide>
        <p15:guide id="3" pos="6811" userDrawn="1">
          <p15:clr>
            <a:srgbClr val="A4A3A4"/>
          </p15:clr>
        </p15:guide>
        <p15:guide id="4" orient="horz" pos="15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394E"/>
    <a:srgbClr val="C7D5E0"/>
    <a:srgbClr val="181B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2FF548-B107-4940-A4CF-6D1A249993FD}" v="6" dt="2023-03-22T18:37:36.9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6" autoAdjust="0"/>
    <p:restoredTop sz="96274" autoAdjust="0"/>
  </p:normalViewPr>
  <p:slideViewPr>
    <p:cSldViewPr snapToGrid="0">
      <p:cViewPr varScale="1">
        <p:scale>
          <a:sx n="117" d="100"/>
          <a:sy n="117" d="100"/>
        </p:scale>
        <p:origin x="456" y="114"/>
      </p:cViewPr>
      <p:guideLst>
        <p:guide pos="3817"/>
        <p:guide pos="824"/>
        <p:guide pos="6811"/>
        <p:guide orient="horz" pos="159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-6" y="-18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gonrol Lisbeth" userId="4a3d7464c8385acc" providerId="LiveId" clId="{8C2FF548-B107-4940-A4CF-6D1A249993FD}"/>
    <pc:docChg chg="modSld">
      <pc:chgData name="Dargonrol Lisbeth" userId="4a3d7464c8385acc" providerId="LiveId" clId="{8C2FF548-B107-4940-A4CF-6D1A249993FD}" dt="2023-03-22T18:37:36.949" v="5" actId="20577"/>
      <pc:docMkLst>
        <pc:docMk/>
      </pc:docMkLst>
      <pc:sldChg chg="modSp modAnim">
        <pc:chgData name="Dargonrol Lisbeth" userId="4a3d7464c8385acc" providerId="LiveId" clId="{8C2FF548-B107-4940-A4CF-6D1A249993FD}" dt="2023-03-22T18:37:36.949" v="5" actId="20577"/>
        <pc:sldMkLst>
          <pc:docMk/>
          <pc:sldMk cId="1812461227" sldId="1216"/>
        </pc:sldMkLst>
        <pc:spChg chg="mod">
          <ac:chgData name="Dargonrol Lisbeth" userId="4a3d7464c8385acc" providerId="LiveId" clId="{8C2FF548-B107-4940-A4CF-6D1A249993FD}" dt="2023-03-22T18:37:36.949" v="5" actId="20577"/>
          <ac:spMkLst>
            <pc:docMk/>
            <pc:sldMk cId="1812461227" sldId="1216"/>
            <ac:spMk id="5" creationId="{AA4E7490-FA4D-1EC7-1F98-4F9ABDD81C6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2768AB-8379-481A-8D73-F2108AE81D56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5CC88-B6B5-43D3-8220-D77820A971F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19133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983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gradFill>
          <a:gsLst>
            <a:gs pos="23000">
              <a:schemeClr val="accent1"/>
            </a:gs>
            <a:gs pos="100000">
              <a:schemeClr val="accent1">
                <a:lumMod val="20000"/>
                <a:lumOff val="80000"/>
              </a:schemeClr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282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435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gradFill>
          <a:gsLst>
            <a:gs pos="23000">
              <a:schemeClr val="accent2"/>
            </a:gs>
            <a:gs pos="100000">
              <a:schemeClr val="accent2">
                <a:lumMod val="20000"/>
                <a:lumOff val="80000"/>
              </a:schemeClr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48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gradFill>
          <a:gsLst>
            <a:gs pos="23000">
              <a:schemeClr val="accent3"/>
            </a:gs>
            <a:gs pos="100000">
              <a:schemeClr val="accent3">
                <a:lumMod val="20000"/>
                <a:lumOff val="80000"/>
              </a:schemeClr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5274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gradFill>
          <a:gsLst>
            <a:gs pos="23000">
              <a:schemeClr val="accent3"/>
            </a:gs>
            <a:gs pos="100000">
              <a:schemeClr val="accent3">
                <a:lumMod val="20000"/>
                <a:lumOff val="80000"/>
              </a:schemeClr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4016C3CF-A656-D93C-69C5-161D422411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5536" y="1"/>
            <a:ext cx="5815013" cy="6862763"/>
          </a:xfrm>
          <a:custGeom>
            <a:avLst/>
            <a:gdLst>
              <a:gd name="connsiteX0" fmla="*/ 0 w 5815013"/>
              <a:gd name="connsiteY0" fmla="*/ 0 h 6862763"/>
              <a:gd name="connsiteX1" fmla="*/ 5815013 w 5815013"/>
              <a:gd name="connsiteY1" fmla="*/ 0 h 6862763"/>
              <a:gd name="connsiteX2" fmla="*/ 5815013 w 5815013"/>
              <a:gd name="connsiteY2" fmla="*/ 6862763 h 6862763"/>
              <a:gd name="connsiteX3" fmla="*/ 0 w 5815013"/>
              <a:gd name="connsiteY3" fmla="*/ 6862763 h 686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15013" h="6862763">
                <a:moveTo>
                  <a:pt x="0" y="0"/>
                </a:moveTo>
                <a:lnTo>
                  <a:pt x="5815013" y="0"/>
                </a:lnTo>
                <a:lnTo>
                  <a:pt x="5815013" y="6862763"/>
                </a:lnTo>
                <a:lnTo>
                  <a:pt x="0" y="6862763"/>
                </a:lnTo>
                <a:close/>
              </a:path>
            </a:pathLst>
          </a:custGeom>
          <a:solidFill>
            <a:schemeClr val="tx1">
              <a:alpha val="0"/>
            </a:schemeClr>
          </a:solidFill>
        </p:spPr>
        <p:txBody>
          <a:bodyPr/>
          <a:lstStyle>
            <a:lvl1pPr>
              <a:defRPr lang="en-US" sz="12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881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4_Title Slide">
    <p:bg>
      <p:bgPr>
        <a:gradFill>
          <a:gsLst>
            <a:gs pos="23000">
              <a:schemeClr val="accent4"/>
            </a:gs>
            <a:gs pos="100000">
              <a:schemeClr val="accent4">
                <a:lumMod val="20000"/>
                <a:lumOff val="80000"/>
              </a:schemeClr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5191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pattFill prst="dotGrid">
          <a:fgClr>
            <a:srgbClr val="32394E"/>
          </a:fgClr>
          <a:bgClr>
            <a:srgbClr val="181B26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D8B8354-7C3A-777E-E282-1BBD0ED3CF92}"/>
              </a:ext>
            </a:extLst>
          </p:cNvPr>
          <p:cNvSpPr txBox="1"/>
          <p:nvPr userDrawn="1"/>
        </p:nvSpPr>
        <p:spPr>
          <a:xfrm>
            <a:off x="10226621" y="6501544"/>
            <a:ext cx="15681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900" dirty="0">
                <a:solidFill>
                  <a:schemeClr val="bg1"/>
                </a:solidFill>
                <a:latin typeface="+mj-lt"/>
                <a:cs typeface="Poppins" panose="00000500000000000000" pitchFamily="50" charset="0"/>
              </a:rPr>
              <a:t>your</a:t>
            </a:r>
            <a:r>
              <a:rPr lang="id-ID" sz="900" dirty="0">
                <a:solidFill>
                  <a:schemeClr val="accent1"/>
                </a:solidFill>
                <a:latin typeface="+mj-lt"/>
                <a:cs typeface="Poppins" panose="00000500000000000000" pitchFamily="50" charset="0"/>
              </a:rPr>
              <a:t>w</a:t>
            </a:r>
            <a:r>
              <a:rPr lang="id-ID" sz="900" dirty="0">
                <a:solidFill>
                  <a:schemeClr val="bg1"/>
                </a:solidFill>
                <a:latin typeface="+mj-lt"/>
                <a:cs typeface="Poppins" panose="00000500000000000000" pitchFamily="50" charset="0"/>
              </a:rPr>
              <a:t>ebsite.com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5CAF6B-1549-4830-68A3-AE1E5149CB9F}"/>
              </a:ext>
            </a:extLst>
          </p:cNvPr>
          <p:cNvSpPr txBox="1"/>
          <p:nvPr userDrawn="1"/>
        </p:nvSpPr>
        <p:spPr>
          <a:xfrm>
            <a:off x="872536" y="6523508"/>
            <a:ext cx="787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kern="1000" spc="-50" baseline="0" dirty="0">
                <a:solidFill>
                  <a:schemeClr val="bg1"/>
                </a:solidFill>
                <a:latin typeface="+mj-lt"/>
                <a:cs typeface="Poppins" panose="00000500000000000000" pitchFamily="50" charset="0"/>
              </a:rPr>
              <a:t>vibrance</a:t>
            </a:r>
            <a:endParaRPr lang="id-ID" sz="1000" b="0" kern="1000" spc="-50" baseline="0" dirty="0">
              <a:solidFill>
                <a:schemeClr val="bg1"/>
              </a:solidFill>
              <a:latin typeface="+mj-lt"/>
              <a:cs typeface="Poppins" panose="000005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6DDE7E-E602-7C8C-DFF6-52041B0D937F}"/>
              </a:ext>
            </a:extLst>
          </p:cNvPr>
          <p:cNvSpPr txBox="1"/>
          <p:nvPr userDrawn="1"/>
        </p:nvSpPr>
        <p:spPr>
          <a:xfrm rot="10800000" flipV="1">
            <a:off x="5639326" y="6432294"/>
            <a:ext cx="913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1800" b="0" i="0" smtClean="0">
                <a:solidFill>
                  <a:schemeClr val="bg1">
                    <a:alpha val="20000"/>
                  </a:schemeClr>
                </a:solidFill>
                <a:latin typeface="+mn-lt"/>
                <a:ea typeface="Roboto Condensed" panose="02000000000000000000" pitchFamily="2" charset="0"/>
                <a:cs typeface="Poppins" panose="00000500000000000000" pitchFamily="50" charset="0"/>
              </a:rPr>
              <a:pPr algn="ctr"/>
              <a:t>‹#›</a:t>
            </a:fld>
            <a:endParaRPr lang="id-ID" sz="6600" b="0" i="0" dirty="0">
              <a:solidFill>
                <a:schemeClr val="bg1">
                  <a:alpha val="20000"/>
                </a:schemeClr>
              </a:solidFill>
              <a:latin typeface="+mn-lt"/>
              <a:ea typeface="Roboto Condensed" panose="02000000000000000000" pitchFamily="2" charset="0"/>
              <a:cs typeface="Poppins" panose="00000500000000000000" pitchFamily="50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185A37-F3CC-BD73-B4D9-8991B62C4686}"/>
              </a:ext>
            </a:extLst>
          </p:cNvPr>
          <p:cNvSpPr txBox="1"/>
          <p:nvPr userDrawn="1"/>
        </p:nvSpPr>
        <p:spPr>
          <a:xfrm>
            <a:off x="364333" y="6454834"/>
            <a:ext cx="66236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b="0" spc="-200" baseline="0" dirty="0">
                <a:solidFill>
                  <a:schemeClr val="bg1"/>
                </a:solidFill>
                <a:effectLst/>
                <a:latin typeface="+mj-lt"/>
              </a:rPr>
              <a:t>202</a:t>
            </a:r>
            <a:r>
              <a:rPr lang="en-US" sz="1700" b="0" spc="-200" baseline="0" dirty="0">
                <a:solidFill>
                  <a:schemeClr val="accent1"/>
                </a:solidFill>
                <a:effectLst>
                  <a:outerShdw blurRad="50800" dist="38100" dir="5400000" algn="t" rotWithShape="0">
                    <a:schemeClr val="accent1">
                      <a:alpha val="26000"/>
                    </a:schemeClr>
                  </a:outerShdw>
                </a:effectLst>
                <a:latin typeface="+mj-lt"/>
              </a:rPr>
              <a:t>3</a:t>
            </a:r>
            <a:endParaRPr lang="en-ID" sz="1700" b="0" spc="-200" baseline="0" dirty="0">
              <a:solidFill>
                <a:schemeClr val="accent1"/>
              </a:solidFill>
              <a:effectLst>
                <a:outerShdw blurRad="50800" dist="38100" dir="5400000" algn="t" rotWithShape="0">
                  <a:schemeClr val="accent1">
                    <a:alpha val="26000"/>
                  </a:scheme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73437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81B26"/>
            </a:gs>
            <a:gs pos="100000">
              <a:srgbClr val="32394E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5608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653" r:id="rId2"/>
    <p:sldLayoutId id="2147483736" r:id="rId3"/>
    <p:sldLayoutId id="2147483654" r:id="rId4"/>
    <p:sldLayoutId id="2147483655" r:id="rId5"/>
    <p:sldLayoutId id="2147483744" r:id="rId6"/>
    <p:sldLayoutId id="2147483738" r:id="rId7"/>
    <p:sldLayoutId id="2147483651" r:id="rId8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3EAA4A-44E5-168B-4782-977B55E9BEB8}"/>
              </a:ext>
            </a:extLst>
          </p:cNvPr>
          <p:cNvSpPr txBox="1"/>
          <p:nvPr/>
        </p:nvSpPr>
        <p:spPr>
          <a:xfrm>
            <a:off x="5968014" y="194847"/>
            <a:ext cx="4917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800" spc="-150">
                <a:solidFill>
                  <a:srgbClr val="535C79"/>
                </a:solidFill>
                <a:latin typeface="+mj-lt"/>
                <a:cs typeface="Space Grotesk" pitchFamily="2" charset="0"/>
              </a:defRPr>
            </a:lvl1pPr>
          </a:lstStyle>
          <a:p>
            <a:r>
              <a:rPr lang="de-DE" sz="5400" noProof="0" dirty="0">
                <a:solidFill>
                  <a:schemeClr val="bg1"/>
                </a:solidFill>
                <a:effectLst>
                  <a:glow rad="101600">
                    <a:schemeClr val="bg1">
                      <a:lumMod val="50000"/>
                      <a:alpha val="60000"/>
                    </a:schemeClr>
                  </a:glo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Alexander Bach</a:t>
            </a:r>
          </a:p>
        </p:txBody>
      </p:sp>
      <p:pic>
        <p:nvPicPr>
          <p:cNvPr id="199" name="Picture 198" descr="A desk with several computer monitors and a keyboard">
            <a:extLst>
              <a:ext uri="{FF2B5EF4-FFF2-40B4-BE49-F238E27FC236}">
                <a16:creationId xmlns:a16="http://schemas.microsoft.com/office/drawing/2014/main" id="{BD23F315-8B98-A363-A86B-23FFAD202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3" b="4523"/>
          <a:stretch>
            <a:fillRect/>
          </a:stretch>
        </p:blipFill>
        <p:spPr>
          <a:xfrm>
            <a:off x="496648" y="3486324"/>
            <a:ext cx="4478486" cy="30509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1" name="Picture 200" descr="A person standing in front of a poster&#10;&#10;AI-generated content may be incorrect.">
            <a:extLst>
              <a:ext uri="{FF2B5EF4-FFF2-40B4-BE49-F238E27FC236}">
                <a16:creationId xmlns:a16="http://schemas.microsoft.com/office/drawing/2014/main" id="{7C345EBF-A98C-FDF0-5310-4918C79392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700" y="1340308"/>
            <a:ext cx="4356569" cy="32674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208" name="Group 207">
            <a:extLst>
              <a:ext uri="{FF2B5EF4-FFF2-40B4-BE49-F238E27FC236}">
                <a16:creationId xmlns:a16="http://schemas.microsoft.com/office/drawing/2014/main" id="{74FADB14-FE3A-4944-EECD-1017F3E0D4C5}"/>
              </a:ext>
            </a:extLst>
          </p:cNvPr>
          <p:cNvGrpSpPr/>
          <p:nvPr/>
        </p:nvGrpSpPr>
        <p:grpSpPr>
          <a:xfrm>
            <a:off x="610581" y="410282"/>
            <a:ext cx="4478489" cy="774764"/>
            <a:chOff x="995995" y="1995951"/>
            <a:chExt cx="4400010" cy="803119"/>
          </a:xfrm>
        </p:grpSpPr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727CE4CC-02C1-5A4E-DF88-F62797CA09F4}"/>
                </a:ext>
              </a:extLst>
            </p:cNvPr>
            <p:cNvSpPr txBox="1"/>
            <p:nvPr/>
          </p:nvSpPr>
          <p:spPr>
            <a:xfrm>
              <a:off x="1393505" y="1995951"/>
              <a:ext cx="4002500" cy="803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de-DE" noProof="0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Absolvierte am </a:t>
              </a:r>
              <a:r>
                <a:rPr lang="de-DE" b="1" noProof="0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Oberstufenverbund</a:t>
              </a:r>
              <a:r>
                <a:rPr lang="de-DE" noProof="0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 </a:t>
              </a:r>
              <a:r>
                <a:rPr lang="de-DE" b="1" noProof="0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Saarlouis</a:t>
              </a:r>
              <a:r>
                <a:rPr lang="de-DE" noProof="0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 das </a:t>
              </a:r>
              <a:r>
                <a:rPr lang="de-DE" b="1" noProof="0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Abitur</a:t>
              </a:r>
              <a:r>
                <a:rPr lang="de-DE" noProof="0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 2023</a:t>
              </a:r>
            </a:p>
          </p:txBody>
        </p:sp>
        <p:sp>
          <p:nvSpPr>
            <p:cNvPr id="212" name="Rectangle: Rounded Corners 211">
              <a:extLst>
                <a:ext uri="{FF2B5EF4-FFF2-40B4-BE49-F238E27FC236}">
                  <a16:creationId xmlns:a16="http://schemas.microsoft.com/office/drawing/2014/main" id="{9DCE8C40-79AF-6D82-00CD-17AD3FBCDBE4}"/>
                </a:ext>
              </a:extLst>
            </p:cNvPr>
            <p:cNvSpPr/>
            <p:nvPr/>
          </p:nvSpPr>
          <p:spPr>
            <a:xfrm>
              <a:off x="995995" y="2149217"/>
              <a:ext cx="397510" cy="397510"/>
            </a:xfrm>
            <a:prstGeom prst="roundRect">
              <a:avLst>
                <a:gd name="adj" fmla="val 29602"/>
              </a:avLst>
            </a:prstGeom>
            <a:solidFill>
              <a:srgbClr val="32394E"/>
            </a:solidFill>
            <a:ln>
              <a:noFill/>
            </a:ln>
            <a:effectLst>
              <a:outerShdw blurRad="508000" dist="241300" dir="3000000" algn="t" rotWithShape="0">
                <a:schemeClr val="tx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noProof="0" dirty="0">
                  <a:solidFill>
                    <a:schemeClr val="accent1"/>
                  </a:solidFill>
                </a:rPr>
                <a:t>&gt;</a:t>
              </a:r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8C84099E-5952-0C4D-3379-1E5FE6F7012F}"/>
              </a:ext>
            </a:extLst>
          </p:cNvPr>
          <p:cNvGrpSpPr/>
          <p:nvPr/>
        </p:nvGrpSpPr>
        <p:grpSpPr>
          <a:xfrm>
            <a:off x="5382469" y="4682766"/>
            <a:ext cx="6190962" cy="2029788"/>
            <a:chOff x="1128542" y="2129810"/>
            <a:chExt cx="4420603" cy="2029788"/>
          </a:xfrm>
        </p:grpSpPr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6C808A38-F4A4-772F-43D7-10F4BD4416C8}"/>
                </a:ext>
              </a:extLst>
            </p:cNvPr>
            <p:cNvSpPr txBox="1"/>
            <p:nvPr/>
          </p:nvSpPr>
          <p:spPr>
            <a:xfrm>
              <a:off x="1546645" y="2129810"/>
              <a:ext cx="4002500" cy="414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de-DE" noProof="0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Das SFZSLS</a:t>
              </a:r>
            </a:p>
          </p:txBody>
        </p:sp>
        <p:sp>
          <p:nvSpPr>
            <p:cNvPr id="216" name="Rectangle: Rounded Corners 215">
              <a:extLst>
                <a:ext uri="{FF2B5EF4-FFF2-40B4-BE49-F238E27FC236}">
                  <a16:creationId xmlns:a16="http://schemas.microsoft.com/office/drawing/2014/main" id="{03A00717-0A75-0700-F541-B818A197E071}"/>
                </a:ext>
              </a:extLst>
            </p:cNvPr>
            <p:cNvSpPr/>
            <p:nvPr/>
          </p:nvSpPr>
          <p:spPr>
            <a:xfrm>
              <a:off x="1128542" y="2129810"/>
              <a:ext cx="282932" cy="397510"/>
            </a:xfrm>
            <a:prstGeom prst="roundRect">
              <a:avLst>
                <a:gd name="adj" fmla="val 29602"/>
              </a:avLst>
            </a:prstGeom>
            <a:solidFill>
              <a:srgbClr val="32394E"/>
            </a:solidFill>
            <a:ln>
              <a:noFill/>
            </a:ln>
            <a:effectLst>
              <a:outerShdw blurRad="508000" dist="241300" dir="3000000" algn="t" rotWithShape="0">
                <a:schemeClr val="tx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noProof="0" dirty="0">
                  <a:solidFill>
                    <a:schemeClr val="accent1"/>
                  </a:solidFill>
                </a:rPr>
                <a:t>&gt;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F404BC4B-3F4E-7C7A-70DB-D6476C4B39E4}"/>
                </a:ext>
              </a:extLst>
            </p:cNvPr>
            <p:cNvSpPr txBox="1"/>
            <p:nvPr/>
          </p:nvSpPr>
          <p:spPr>
            <a:xfrm>
              <a:off x="1546645" y="2512672"/>
              <a:ext cx="3867329" cy="1646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30000"/>
                </a:lnSpc>
                <a:spcBef>
                  <a:spcPts val="1200"/>
                </a:spcBef>
                <a:buFontTx/>
                <a:buChar char="-"/>
              </a:pPr>
              <a:r>
                <a:rPr lang="de-DE" sz="1600" noProof="0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Erstkontakt über die Oberstufe</a:t>
              </a:r>
            </a:p>
            <a:p>
              <a:pPr marL="285750" indent="-285750">
                <a:lnSpc>
                  <a:spcPct val="130000"/>
                </a:lnSpc>
                <a:spcBef>
                  <a:spcPts val="1200"/>
                </a:spcBef>
                <a:buFontTx/>
                <a:buChar char="-"/>
              </a:pPr>
              <a:r>
                <a:rPr lang="de-DE" sz="1600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Wichtige </a:t>
              </a:r>
              <a:r>
                <a:rPr lang="de-DE" sz="1600" b="1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finanzielle</a:t>
              </a:r>
              <a:r>
                <a:rPr lang="de-DE" sz="1600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 und </a:t>
              </a:r>
              <a:r>
                <a:rPr lang="de-DE" sz="1600" b="1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materielle</a:t>
              </a:r>
              <a:r>
                <a:rPr lang="de-DE" sz="1600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 </a:t>
              </a:r>
              <a:r>
                <a:rPr lang="de-DE" sz="1600" b="1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Untersützung</a:t>
              </a:r>
              <a:r>
                <a:rPr lang="de-DE" sz="1600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 des Projektes</a:t>
              </a:r>
            </a:p>
            <a:p>
              <a:pPr marL="285750" indent="-285750">
                <a:lnSpc>
                  <a:spcPct val="130000"/>
                </a:lnSpc>
                <a:spcBef>
                  <a:spcPts val="1200"/>
                </a:spcBef>
                <a:buFontTx/>
                <a:buChar char="-"/>
              </a:pPr>
              <a:r>
                <a:rPr lang="de-DE" sz="1600" noProof="0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Zugang zu diversen Laborressour</a:t>
              </a:r>
              <a:r>
                <a:rPr lang="de-DE" sz="1600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cen</a:t>
              </a:r>
              <a:endParaRPr lang="de-DE" sz="1600" noProof="0" dirty="0">
                <a:solidFill>
                  <a:schemeClr val="bg1"/>
                </a:solidFill>
                <a:latin typeface="Segoe UI Semibold" panose="020B0702040204020203" pitchFamily="34" charset="0"/>
                <a:ea typeface="Open Sans" panose="020B0606030504020204" pitchFamily="34" charset="0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28CF1A10-4652-632F-92A7-86BDED9DA68F}"/>
              </a:ext>
            </a:extLst>
          </p:cNvPr>
          <p:cNvGrpSpPr/>
          <p:nvPr/>
        </p:nvGrpSpPr>
        <p:grpSpPr>
          <a:xfrm>
            <a:off x="610581" y="2481914"/>
            <a:ext cx="5575770" cy="774764"/>
            <a:chOff x="995994" y="2184968"/>
            <a:chExt cx="5478063" cy="803119"/>
          </a:xfrm>
        </p:grpSpPr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ADAB293B-A06F-7985-DB29-23BDC393DAA2}"/>
                </a:ext>
              </a:extLst>
            </p:cNvPr>
            <p:cNvSpPr txBox="1"/>
            <p:nvPr/>
          </p:nvSpPr>
          <p:spPr>
            <a:xfrm>
              <a:off x="1393504" y="2184968"/>
              <a:ext cx="5080553" cy="803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de-DE" b="1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Studiert</a:t>
              </a:r>
              <a:r>
                <a:rPr lang="de-DE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 nun </a:t>
              </a:r>
              <a:r>
                <a:rPr lang="de-DE" i="1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Informationssystemtechnik</a:t>
              </a:r>
              <a:r>
                <a:rPr lang="de-DE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 an der </a:t>
              </a:r>
              <a:r>
                <a:rPr lang="de-DE" b="1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Technischen Universität Darmstadt</a:t>
              </a:r>
              <a:endParaRPr lang="de-DE" b="1" noProof="0" dirty="0">
                <a:solidFill>
                  <a:schemeClr val="bg1"/>
                </a:solidFill>
                <a:latin typeface="Segoe UI Semibold" panose="020B0702040204020203" pitchFamily="34" charset="0"/>
                <a:ea typeface="Open Sans" panose="020B0606030504020204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220" name="Rectangle: Rounded Corners 219">
              <a:extLst>
                <a:ext uri="{FF2B5EF4-FFF2-40B4-BE49-F238E27FC236}">
                  <a16:creationId xmlns:a16="http://schemas.microsoft.com/office/drawing/2014/main" id="{B6DBEC47-26AF-7860-90A9-D0C87577B9FE}"/>
                </a:ext>
              </a:extLst>
            </p:cNvPr>
            <p:cNvSpPr/>
            <p:nvPr/>
          </p:nvSpPr>
          <p:spPr>
            <a:xfrm>
              <a:off x="995994" y="2351117"/>
              <a:ext cx="397510" cy="397510"/>
            </a:xfrm>
            <a:prstGeom prst="roundRect">
              <a:avLst>
                <a:gd name="adj" fmla="val 29602"/>
              </a:avLst>
            </a:prstGeom>
            <a:solidFill>
              <a:srgbClr val="32394E"/>
            </a:solidFill>
            <a:ln>
              <a:noFill/>
            </a:ln>
            <a:effectLst>
              <a:outerShdw blurRad="508000" dist="241300" dir="3000000" algn="t" rotWithShape="0">
                <a:schemeClr val="tx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noProof="0" dirty="0">
                  <a:solidFill>
                    <a:schemeClr val="accent1"/>
                  </a:solidFill>
                </a:rPr>
                <a:t>&gt;</a:t>
              </a:r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266557CF-62D5-0E84-DE46-DB2C95EE0B6A}"/>
              </a:ext>
            </a:extLst>
          </p:cNvPr>
          <p:cNvGrpSpPr/>
          <p:nvPr/>
        </p:nvGrpSpPr>
        <p:grpSpPr>
          <a:xfrm>
            <a:off x="610582" y="1435937"/>
            <a:ext cx="4478488" cy="774764"/>
            <a:chOff x="995995" y="1990901"/>
            <a:chExt cx="4400009" cy="803119"/>
          </a:xfrm>
        </p:grpSpPr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4E9CF011-1988-F6C7-CF45-CDB96074BC8A}"/>
                </a:ext>
              </a:extLst>
            </p:cNvPr>
            <p:cNvSpPr txBox="1"/>
            <p:nvPr/>
          </p:nvSpPr>
          <p:spPr>
            <a:xfrm>
              <a:off x="1393504" y="1990901"/>
              <a:ext cx="4002500" cy="803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de-DE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Belegte im selben Jahr den </a:t>
              </a:r>
              <a:r>
                <a:rPr lang="de-DE" b="1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1. Platz </a:t>
              </a:r>
              <a:r>
                <a:rPr lang="de-DE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im  </a:t>
              </a:r>
              <a:r>
                <a:rPr lang="de-DE" b="1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Landeswettbewerb</a:t>
              </a:r>
              <a:r>
                <a:rPr lang="de-DE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 </a:t>
              </a:r>
              <a:r>
                <a:rPr lang="de-DE" i="1" dirty="0">
                  <a:solidFill>
                    <a:schemeClr val="bg1"/>
                  </a:solidFill>
                  <a:latin typeface="Segoe UI Semibold" panose="020B0702040204020203" pitchFamily="34" charset="0"/>
                  <a:ea typeface="Open Sans" panose="020B0606030504020204" pitchFamily="34" charset="0"/>
                  <a:cs typeface="Segoe UI Semibold" panose="020B0702040204020203" pitchFamily="34" charset="0"/>
                </a:rPr>
                <a:t>Jugendforscht</a:t>
              </a:r>
              <a:endParaRPr lang="de-DE" i="1" noProof="0" dirty="0">
                <a:solidFill>
                  <a:schemeClr val="bg1"/>
                </a:solidFill>
                <a:latin typeface="Segoe UI Semibold" panose="020B0702040204020203" pitchFamily="34" charset="0"/>
                <a:ea typeface="Open Sans" panose="020B0606030504020204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223" name="Rectangle: Rounded Corners 222">
              <a:extLst>
                <a:ext uri="{FF2B5EF4-FFF2-40B4-BE49-F238E27FC236}">
                  <a16:creationId xmlns:a16="http://schemas.microsoft.com/office/drawing/2014/main" id="{A1A3653A-184A-DF5C-8096-B66474BA1810}"/>
                </a:ext>
              </a:extLst>
            </p:cNvPr>
            <p:cNvSpPr/>
            <p:nvPr/>
          </p:nvSpPr>
          <p:spPr>
            <a:xfrm>
              <a:off x="995995" y="2149217"/>
              <a:ext cx="397510" cy="397510"/>
            </a:xfrm>
            <a:prstGeom prst="roundRect">
              <a:avLst>
                <a:gd name="adj" fmla="val 29602"/>
              </a:avLst>
            </a:prstGeom>
            <a:solidFill>
              <a:srgbClr val="32394E"/>
            </a:solidFill>
            <a:ln>
              <a:noFill/>
            </a:ln>
            <a:effectLst>
              <a:outerShdw blurRad="508000" dist="241300" dir="3000000" algn="t" rotWithShape="0">
                <a:schemeClr val="tx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noProof="0" dirty="0">
                  <a:solidFill>
                    <a:schemeClr val="accent1"/>
                  </a:solidFill>
                </a:rPr>
                <a:t>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2768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25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25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heme/theme1.xml><?xml version="1.0" encoding="utf-8"?>
<a:theme xmlns:a="http://schemas.openxmlformats.org/drawingml/2006/main" name="Office Theme">
  <a:themeElements>
    <a:clrScheme name="2023 Vibrance - 00 Default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BFF"/>
      </a:accent1>
      <a:accent2>
        <a:srgbClr val="FE6346"/>
      </a:accent2>
      <a:accent3>
        <a:srgbClr val="33D3D4"/>
      </a:accent3>
      <a:accent4>
        <a:srgbClr val="B23DDB"/>
      </a:accent4>
      <a:accent5>
        <a:srgbClr val="FDB33E"/>
      </a:accent5>
      <a:accent6>
        <a:srgbClr val="F6BAA0"/>
      </a:accent6>
      <a:hlink>
        <a:srgbClr val="0563C1"/>
      </a:hlink>
      <a:folHlink>
        <a:srgbClr val="954F72"/>
      </a:folHlink>
    </a:clrScheme>
    <a:fontScheme name="Rey Costum Font">
      <a:majorFont>
        <a:latin typeface="Be Vietnam Pro Medium"/>
        <a:ea typeface=""/>
        <a:cs typeface=""/>
      </a:majorFont>
      <a:minorFont>
        <a:latin typeface="Be Vietnam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49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Ready</dc:creator>
  <cp:lastModifiedBy>Dargonrol Lisbeth</cp:lastModifiedBy>
  <cp:revision>248</cp:revision>
  <dcterms:created xsi:type="dcterms:W3CDTF">2022-07-19T02:05:05Z</dcterms:created>
  <dcterms:modified xsi:type="dcterms:W3CDTF">2025-11-03T06:01:05Z</dcterms:modified>
</cp:coreProperties>
</file>