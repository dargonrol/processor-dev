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47597-18E7-CB7D-B333-AC7E3A5E6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3D266-2184-05FA-DE90-D330E5A6A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B8AB-ED14-CBE5-F4A2-BEB62F90E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FF30-1E7B-42A8-A406-97A7997113A9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2DCA5-88BF-DC30-50C6-DC714DA4D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EAEA6-38BA-6993-6840-BA6A2030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98C-FF47-4C77-921C-F1A618A639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8240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CB40-4728-9DC3-FB17-780BCDF5F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0A2ED-B90E-EC98-0E88-D5D45D4B9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5D7D5-7B37-9FF7-947E-2DB755A5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FF30-1E7B-42A8-A406-97A7997113A9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3CCD9-CE58-8AC9-DB6B-FFDEDBC8E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993F6-4A59-506A-211A-101FBFF4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98C-FF47-4C77-921C-F1A618A639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6593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0291-9CC3-C155-7055-22AFE747D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DF147-54F3-368B-574E-F5BD745F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9C30F-73FE-B28A-2BE8-F1F656DF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FF30-1E7B-42A8-A406-97A7997113A9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DEDA3-C720-56B1-CC8D-55CA92D8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5B09C-00F2-3AAF-C0B4-15C37D8C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98C-FF47-4C77-921C-F1A618A639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409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1C996-6655-7E0E-8FC2-8FB611572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54364-B6CD-8EC5-B572-F151BC7CD7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2FFB0-A20D-F2EB-2BFF-B50E0D4B0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3A258-AB34-7AEC-6373-CBFCA84E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FF30-1E7B-42A8-A406-97A7997113A9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B72EB-D08C-783F-0FD9-43A5F0853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37C85-3EC5-858B-E992-D5C2557ED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98C-FF47-4C77-921C-F1A618A639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8401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3B27-9CF8-D7CA-418D-030B9E51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1BE37-E4FA-C174-D0D0-64741BBCF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8300C-E407-B78E-359D-D715AEB41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223BED-EBD8-3D8E-48F7-1FAC042C2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33A422-65CD-E735-A112-5B1B985A8A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A8066C-0221-E612-26A9-8FB69EDA3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FF30-1E7B-42A8-A406-97A7997113A9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3716FB-E669-DA1A-C4F5-A62FBEDFB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6A2042-74B6-9F9B-DC89-C848D91E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98C-FF47-4C77-921C-F1A618A639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5223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F639-52A7-8CFC-CCB2-612D1482C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57008A-4C7B-DB9F-742E-B49287164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FF30-1E7B-42A8-A406-97A7997113A9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990514-C008-5FAE-2088-C17A901B9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C4B3F-C001-9353-54A9-7F2CC0D6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98C-FF47-4C77-921C-F1A618A639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8907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28AA08-18A5-593C-FE5A-1B62F9B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FF30-1E7B-42A8-A406-97A7997113A9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261D6-F760-33D7-2E1D-B3C07C712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30514-1086-715B-8C6A-B81B1147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98C-FF47-4C77-921C-F1A618A639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6254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4817-C37F-B767-19E6-B96C2DBDC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3CBF0-DF58-5BE8-A07F-7740A605F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88C85-2464-1A53-D3D1-A0994632B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151F9-4E38-43EE-8FDE-EF6A7DD5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FF30-1E7B-42A8-A406-97A7997113A9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B6CD6-54E7-BB17-D578-B140415BD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0E40A-A4B9-3B8E-E662-DAE620807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98C-FF47-4C77-921C-F1A618A639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3308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A9F1-8D33-244D-2DF8-1BCE08C46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000B2C-B1AA-10A7-B159-710597CB6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07DFB-16E5-0C8A-0E38-D7758A5D1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C486F-CC1C-6138-E336-9096E05F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FF30-1E7B-42A8-A406-97A7997113A9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08CDC-6B4F-7EE6-C6E5-B13CB15C4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84E96-A1B0-2B2C-0412-B26F24718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98C-FF47-4C77-921C-F1A618A639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4283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07DC-5D77-15BA-D6EA-0AA34E45D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3BB0D-8D3F-D35E-7F86-8AB075CD9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EFE2C-012A-194E-B8E2-89067CAC0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FF30-1E7B-42A8-A406-97A7997113A9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29887-DD0C-E8C9-53D8-A98094A5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9F302-3BD0-7F71-A178-AA707510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98C-FF47-4C77-921C-F1A618A639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692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2830C2-3642-B11F-6A96-C32EA68C5A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9E92E-FFD5-4C5A-7D77-2F7518A91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8E188-6E95-E950-F265-8E8C062D9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FF30-1E7B-42A8-A406-97A7997113A9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F10AE-663D-4FD1-6FE5-334C5610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E4C5B-1C37-741A-B120-E586C427A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98C-FF47-4C77-921C-F1A618A639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36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B6B46C-FDB8-2307-E71E-07B9F275B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7A050-F7A8-1C7B-0012-866358960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9DC57-007C-98DC-94C1-886CB7BDF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4FF30-1E7B-42A8-A406-97A7997113A9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42A03-22C3-9B0A-1A30-6D5BB35C0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C09B1-780F-207E-AFEF-3BF274677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5B398C-FF47-4C77-921C-F1A618A639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806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standing in front of a poster&#10;&#10;AI-generated content may be incorrect.">
            <a:extLst>
              <a:ext uri="{FF2B5EF4-FFF2-40B4-BE49-F238E27FC236}">
                <a16:creationId xmlns:a16="http://schemas.microsoft.com/office/drawing/2014/main" id="{DD6C3FE2-91A0-F73A-74F0-3874872A6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783" y="287431"/>
            <a:ext cx="4356569" cy="32674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esk with several computer monitors and a keyboard">
            <a:extLst>
              <a:ext uri="{FF2B5EF4-FFF2-40B4-BE49-F238E27FC236}">
                <a16:creationId xmlns:a16="http://schemas.microsoft.com/office/drawing/2014/main" id="{C10E574B-4B3F-6C37-8212-BF3F78D8E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3" b="4523"/>
          <a:stretch>
            <a:fillRect/>
          </a:stretch>
        </p:blipFill>
        <p:spPr>
          <a:xfrm>
            <a:off x="496648" y="3486324"/>
            <a:ext cx="4478486" cy="30509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E633AB-26F7-335D-2D42-27DE83A5593F}"/>
              </a:ext>
            </a:extLst>
          </p:cNvPr>
          <p:cNvSpPr txBox="1"/>
          <p:nvPr/>
        </p:nvSpPr>
        <p:spPr>
          <a:xfrm>
            <a:off x="684702" y="1303865"/>
            <a:ext cx="54112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Absolvierte am </a:t>
            </a:r>
            <a:r>
              <a:rPr lang="de-DE" b="1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Oberstufenverbund</a:t>
            </a:r>
            <a:r>
              <a:rPr lang="de-DE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</a:t>
            </a:r>
            <a:r>
              <a:rPr lang="de-DE" b="1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Saarlouis</a:t>
            </a:r>
            <a:r>
              <a:rPr lang="de-DE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das </a:t>
            </a:r>
            <a:r>
              <a:rPr lang="de-DE" b="1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Abitur</a:t>
            </a:r>
            <a:r>
              <a:rPr lang="de-DE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2023</a:t>
            </a:r>
          </a:p>
          <a:p>
            <a:endParaRPr lang="de-DE" dirty="0"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Belegte im selben Jahr den </a:t>
            </a:r>
            <a:r>
              <a:rPr lang="de-DE" b="1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1. Platz</a:t>
            </a:r>
            <a:r>
              <a:rPr lang="de-DE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im </a:t>
            </a:r>
            <a:r>
              <a:rPr lang="de-DE" b="1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Landeswettbewerb</a:t>
            </a:r>
            <a:r>
              <a:rPr lang="de-DE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</a:t>
            </a:r>
            <a:r>
              <a:rPr lang="de-DE" i="1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Jugendforscht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D01E4-3FAB-AEA9-10E5-6462739F1616}"/>
              </a:ext>
            </a:extLst>
          </p:cNvPr>
          <p:cNvSpPr txBox="1"/>
          <p:nvPr/>
        </p:nvSpPr>
        <p:spPr>
          <a:xfrm>
            <a:off x="1429460" y="167847"/>
            <a:ext cx="4478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Bach Alexander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637FD9-DE47-389C-28F6-0CB3143F5706}"/>
              </a:ext>
            </a:extLst>
          </p:cNvPr>
          <p:cNvSpPr txBox="1"/>
          <p:nvPr/>
        </p:nvSpPr>
        <p:spPr>
          <a:xfrm>
            <a:off x="5907946" y="3708247"/>
            <a:ext cx="54112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Studiert</a:t>
            </a:r>
            <a:r>
              <a:rPr lang="de-DE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nun </a:t>
            </a:r>
            <a:r>
              <a:rPr lang="de-DE" i="1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Informationssystemtechnik</a:t>
            </a:r>
            <a:r>
              <a:rPr lang="de-DE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an der </a:t>
            </a:r>
            <a:r>
              <a:rPr lang="de-DE" b="1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Technischen Universität Darmstadt</a:t>
            </a:r>
            <a:endParaRPr lang="de-DE" dirty="0"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b="1" dirty="0"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Das SFZSLS</a:t>
            </a:r>
            <a:endParaRPr lang="de-DE" dirty="0"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Erstkontakt über die Oberstufe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dirty="0"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Wichtige </a:t>
            </a:r>
            <a:r>
              <a:rPr lang="de-DE" b="1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finanzielle</a:t>
            </a:r>
            <a:r>
              <a:rPr lang="de-DE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und </a:t>
            </a:r>
            <a:r>
              <a:rPr lang="de-DE" b="1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materielle Unterstützung</a:t>
            </a:r>
            <a:r>
              <a:rPr lang="de-DE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des Projektes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dirty="0"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Zugang zu diversen Laborresourcen</a:t>
            </a:r>
            <a:endParaRPr lang="de-D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642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45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Segoe UI Semibold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Dargonrol Lisbeth</dc:creator>
  <cp:lastModifiedBy>Dargonrol Lisbeth</cp:lastModifiedBy>
  <cp:revision>1</cp:revision>
  <dcterms:created xsi:type="dcterms:W3CDTF">2025-11-03T05:52:21Z</dcterms:created>
  <dcterms:modified xsi:type="dcterms:W3CDTF">2025-11-03T06:01:46Z</dcterms:modified>
</cp:coreProperties>
</file>